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0F172A"/>
                    </a:solidFill>
                    <a:latin typeface="Helvetica Neue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Annual cost / rep</c:v>
                  </c:pt>
                  <c:pt idx="1">
                    <c:v>One recovered deal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1800</c:v>
                </c:pt>
                <c:pt idx="1">
                  <c:v>50000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1" i="0" strike="noStrike" sz="1400" u="none">
                  <a:solidFill>
                    <a:srgbClr val="0F172A"/>
                  </a:solidFill>
                  <a:latin typeface="Helvetica Neu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Helvetica Neu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1207008" y="731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DealRipe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Reps log what they hope.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DealRipe logs what's true.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45262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 write the customer's own words back to your CRM, and learn what wins every time a deal closes.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Maanit Sharma, Founder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   maanit@dealripe.com   ·   dealripe.com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338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DealRipe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44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1155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Forecasts run on data nobody trusts.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402336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306324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EF44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67%</a:t>
            </a:r>
            <a:endParaRPr lang="en-US" sz="10000" dirty="0"/>
          </a:p>
        </p:txBody>
      </p:sp>
      <p:sp>
        <p:nvSpPr>
          <p:cNvPr id="8" name="Text 6"/>
          <p:cNvSpPr/>
          <p:nvPr/>
        </p:nvSpPr>
        <p:spPr>
          <a:xfrm>
            <a:off x="1005840" y="45262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of enterprises don't trust their own revenue data.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5532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Clari Labs, 2025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83480" y="2743200"/>
            <a:ext cx="653796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257800" y="3072384"/>
            <a:ext cx="310896" cy="31089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5257800" y="3072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52160" y="2743200"/>
            <a:ext cx="5486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Reps log what they wish were true.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983480" y="3858768"/>
            <a:ext cx="653796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57800" y="4187952"/>
            <a:ext cx="310896" cy="31089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5257800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52160" y="3858768"/>
            <a:ext cx="5486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deal's real signals live off the call.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4983480" y="4974336"/>
            <a:ext cx="6537960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57800" y="5303520"/>
            <a:ext cx="310896" cy="31089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5257800" y="5303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852160" y="4974336"/>
            <a:ext cx="54864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Wrong forecast becomes missed budget.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338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DealRipe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1155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DealRipe makes the pipeline trustworthy.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3502152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320040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05840" y="3931920"/>
            <a:ext cx="2770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Audit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4480560"/>
            <a:ext cx="2770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deal scored against your framework, backed by the customer's own words.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89120" y="2834640"/>
            <a:ext cx="3502152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320040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54880" y="3931920"/>
            <a:ext cx="2770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Prepare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754880" y="4480560"/>
            <a:ext cx="2770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one question to ask before each call.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38160" y="2834640"/>
            <a:ext cx="3502152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03920" y="320040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503920" y="3931920"/>
            <a:ext cx="2770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Extract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503920" y="4480560"/>
            <a:ext cx="2770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customer's verbatim answer, written to your CRM.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i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Reviews become coaching, not data-gathering.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338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DealRipe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THIS WINS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1155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Gong observes. Clari reports.</a:t>
            </a:r>
            <a:endParaRPr lang="en-US" sz="4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DealRipe acts and learns.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3502152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566160"/>
            <a:ext cx="2770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Gong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05840" y="4251960"/>
            <a:ext cx="2770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Knows only the calls it joined.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89120" y="3200400"/>
            <a:ext cx="3502152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3566160"/>
            <a:ext cx="2770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Clari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754880" y="4251960"/>
            <a:ext cx="2770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Rolls up a number reps wished into the CRM.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38160" y="3200400"/>
            <a:ext cx="3502152" cy="2286000"/>
          </a:xfrm>
          <a:prstGeom prst="roundRect">
            <a:avLst>
              <a:gd name="adj" fmla="val 4000"/>
            </a:avLst>
          </a:prstGeom>
          <a:solidFill>
            <a:srgbClr val="13313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3566160"/>
            <a:ext cx="2770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DealRipe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503920" y="4251960"/>
            <a:ext cx="2770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Learns your team's winning motion every time a deal closes.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59436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Built for the mid-market they ignore. Sharper on your motion every quarter.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338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DealRipe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OUR MOAT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1155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Harder to copy every quarter.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5330952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3246120"/>
            <a:ext cx="4507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mid-market is uncontested.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51560" y="4114800"/>
            <a:ext cx="4507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Gong and Clari are enterprise platforms that need a RevOps team to run. The 20-100-rep mid-market can't operate them, so no incumbent is there.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217920" y="2834640"/>
            <a:ext cx="5330952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3246120"/>
            <a:ext cx="4507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data becomes the moat.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629400" y="4114800"/>
            <a:ext cx="4507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5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closed and lost deal labels the data and tunes the model to your team's exact motion. A competitor arriving later starts from zero.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0080" y="58978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 don't just have a learning loop. We have your outcomes, in a market they don't serve.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338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DealRipe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1155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closed loop on every deal.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2542032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3383280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60120" y="411480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Ingest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4572000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Salesforce, Gong, Outlook, calendar.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9544" y="393192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74720" y="3063240"/>
            <a:ext cx="2542032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94760" y="3383280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794760" y="411480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Audit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94760" y="4572000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Scored against your framework.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44184" y="393192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309360" y="3063240"/>
            <a:ext cx="2542032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29400" y="3383280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629400" y="411480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Prescribe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629400" y="4572000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question to ask next.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878824" y="393192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144000" y="3063240"/>
            <a:ext cx="2542032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464040" y="3383280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464040" y="411480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Learn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464040" y="4572000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Outcomes retrain your motion.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i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closed deal teaches the agent your winning motion.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338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DealRipe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1155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Deep in the market, with a pilot live.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3502152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3246120"/>
            <a:ext cx="2770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50+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1005840" y="4343400"/>
            <a:ext cx="2770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CRO conversations in our ICP: B2B SaaS on Salesforce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89120" y="2834640"/>
            <a:ext cx="3502152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3246120"/>
            <a:ext cx="2770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Signed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4754880" y="4343400"/>
            <a:ext cx="2770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first mid-market sales team, live this week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38160" y="2834640"/>
            <a:ext cx="3502152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03920" y="3246120"/>
            <a:ext cx="2770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8503920" y="4343400"/>
            <a:ext cx="2770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 runs end-to-end on real deals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first cold email to a signed, deploying pilot in six weeks.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338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DealRipe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1155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Priced against the deal it saves.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51206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300837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$150 / rep / month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plus a one-time setup fee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51206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405993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Land mid-market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44348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20-100 reps, then expand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983480"/>
            <a:ext cx="51206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511149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~$90K ACV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54864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 a 50-rep team, negative churn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126480" y="27432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recovered deal pays for the whole team.</a:t>
            </a:r>
            <a:endParaRPr lang="en-US" sz="16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943600" y="3200400"/>
          <a:ext cx="55778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338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DealRipe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1155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proven category, an underserved middle.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1554480" y="2834640"/>
            <a:ext cx="2286000" cy="2286000"/>
          </a:xfrm>
          <a:prstGeom prst="ellipse">
            <a:avLst/>
          </a:prstGeom>
          <a:solidFill>
            <a:srgbClr val="0F172A"/>
          </a:solidFill>
          <a:ln/>
          <a:effectLst>
            <a:outerShdw sx="100000" sy="100000" kx="0" ky="0" algn="bl" rotWithShape="0" blurRad="114300" dist="38100" dir="8100000">
              <a:srgbClr val="0F172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566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$21B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554480" y="40507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523036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Global revenue intelligence &amp; RevOps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89220" y="3131820"/>
            <a:ext cx="1691640" cy="1691640"/>
          </a:xfrm>
          <a:prstGeom prst="ellipse">
            <a:avLst/>
          </a:prstGeom>
          <a:solidFill>
            <a:srgbClr val="1E3A34"/>
          </a:solidFill>
          <a:ln/>
          <a:effectLst>
            <a:outerShdw sx="100000" sy="100000" kx="0" ky="0" algn="bl" rotWithShape="0" blurRad="114300" dist="38100" dir="8100000">
              <a:srgbClr val="0F172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89220" y="35661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$3.6B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189220" y="40507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80560" y="493318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Mid-market B2B SaaS on Salesforce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412480" y="3383280"/>
            <a:ext cx="1188720" cy="1188720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114300" dist="38100" dir="8100000">
              <a:srgbClr val="0F172A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0" y="35661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$420M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12480" y="40507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52360" y="46817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Our 3-5 yr reachable beachhead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5897880"/>
            <a:ext cx="10908792" cy="640080"/>
          </a:xfrm>
          <a:prstGeom prst="roundRect">
            <a:avLst>
              <a:gd name="adj" fmla="val 12857"/>
            </a:avLst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8978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Go-to-market: 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founder-led outbound to mid-market CROs (50+ booked in 6 weeks), land a 3-deal pilot, expand to the team.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338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DealRipe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1155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 operator who sells and ships.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10908792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0F172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3337560"/>
            <a:ext cx="1371600" cy="13716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3375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83464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Maanit Sharma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834640" y="37307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Founder &amp; CEO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834640" y="42062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UC Berkeley, CS + Electrical Engineering.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Bootstrapped a prior business to six figures in profit, solo.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50+ CRO discovery calls in six weeks; ships the product daily.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Ships the product. Signs the customers.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1148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338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DealRipe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ASK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1155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Turn one live pilot into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mid-market standard.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Raising a $500K pre-seed for 18 months of runway, plus intros to mid-market CROs.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114800"/>
            <a:ext cx="3502152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389120"/>
            <a:ext cx="2862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Now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4919472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convert the pilot to paid; nail write-back quality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4114800"/>
            <a:ext cx="3502152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4389120"/>
            <a:ext cx="2862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09160" y="4919472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5-10 logos; prove win-rate and cycle-time lift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4114800"/>
            <a:ext cx="3502152" cy="146304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58200" y="4389120"/>
            <a:ext cx="2862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forecast-accuracy lift, and raise the seed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Maanit Sharma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    maanit@dealripe.com   ·   dealripe.com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DealRipe</dc:title>
  <dc:subject>PptxGenJS Presentation</dc:subject>
  <dc:creator>Maanit Sharma</dc:creator>
  <cp:lastModifiedBy>Maanit Sharma</cp:lastModifiedBy>
  <cp:revision>1</cp:revision>
  <dcterms:created xsi:type="dcterms:W3CDTF">2026-06-17T19:50:21Z</dcterms:created>
  <dcterms:modified xsi:type="dcterms:W3CDTF">2026-06-17T19:50:21Z</dcterms:modified>
</cp:coreProperties>
</file>